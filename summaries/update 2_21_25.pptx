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0434-C50F-9D9B-D6B0-1B5C03247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65E6B-2E37-3489-0715-44124ECD2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4493-1167-783A-053D-148C17D6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FFD4-7B91-7384-57E8-674B403A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D9B2F-522E-C890-77CE-F35237F5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45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66D4-B002-B8F6-58BC-D7B70657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1815-043F-81D2-183B-1B8BBD62A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037E-EADF-332A-3781-7A09E231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EEDC3-D666-E80F-E216-B80C4062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0233-72CC-57C1-541E-BA060224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10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A972-7A45-CBA4-B984-0F398139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8C7F6-F657-5B88-7264-B0DA88859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3AA74-1878-FFAD-5361-E9E4D8A9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0C326-65D9-B233-E726-0316AB684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7D217-2D80-53A6-5C82-8FA0BEF2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0E31-A3FD-C355-433F-C7B71E41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FDA58-8568-1216-9B5E-870356DDF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603AA-305E-BC37-CAD9-D66C8B2D0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C18A4-C232-0206-553A-503E1957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F2F85-D33F-815E-2816-2B388594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E24C1-8FC7-01E0-8079-A78E865C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3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C4FD-919F-1C28-0FAB-D250B18F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C7AD1-78F5-F097-95C6-5530F939D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E1E95-20E4-DF62-57A1-61E8AC83A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B6221-CE07-5C84-44A9-460256443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4756F-BF78-FBF6-D9DF-1F37711F9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A9267-45E0-233B-2953-73B87463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6DE725-C2BC-BA5D-EAC1-18C60BD1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38C0B2-BB13-A3E7-D6D4-522AE438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8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A6FF-6BCF-660F-884A-F16925681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AD4B1-5E91-941C-C836-F47961A9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0100-DBA9-7E7A-4C61-8EEFD6EE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B8377-E004-948C-A3DB-5A6EB283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9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752DA-ED93-6F88-D105-7FE18189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0D5AC-D98D-4CBE-630D-1B1BB6A1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FB1BF-FDE4-0F0B-621D-C1C8A2A35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1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0619-E131-3666-8CE7-0D79736C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B1049-6170-C27E-F1A2-F5538BC85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917BA-4E23-7B42-3C64-A37CA3CAE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9BCD8-DCBF-20E1-4305-81FBB6F98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F6EFD-EF7D-A0FF-D0D1-D19D9500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3EE51-9C88-81F5-8987-3C4381D0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0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2C22-30FD-8F94-B1F2-55C0A24B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376D0A-1AA6-7B6D-C901-FE89E69C1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048FA-47B7-EBB4-1FF2-2784706AD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115F3-12F7-9E2A-628E-D44140AE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17BFD-C44D-236F-73BC-B81F24A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75E39-02D5-8B9E-7DA6-699594D1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7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8AD9-7A2F-67C1-A1D2-EB59FD769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B1766-DAB6-FDC9-C6BA-DB92C77BA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B8270-ABCD-AA46-43A7-065E182F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07B7D-C464-0DA6-DAD5-C44E0E3A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9741C-1C1E-9A21-0758-954DEC7A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1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DED32-EEF7-F537-906E-B442B614D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6FA6D-9038-D2B0-355B-CC5439A1D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78F21-C854-CEA5-5285-FF22BE96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9C6D-7534-14C1-52A4-82936FF7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4E29B-5480-7EE8-C638-00FA0967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7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127A2B-AE5F-3CB7-83CD-841F8C8B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E6FF-08BE-6E46-D6B4-9CAA8E0BC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8D31A-6EB5-2BDE-1038-BF360B97E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20A3D-6211-4417-A92A-06844C4259D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A18EB-D080-AC23-B31C-1A172603F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2A7A-69D8-D90F-4ED0-AF7FD4B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7B3A2-BA37-49E1-9268-7CA4B47C7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4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C793-2963-0AE9-B942-4243BBDEA8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Muon Cooling Project</a:t>
            </a:r>
            <a:br>
              <a:rPr lang="en-US" dirty="0"/>
            </a:br>
            <a:r>
              <a:rPr lang="en-US" dirty="0"/>
              <a:t>update 2/21/25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F5B19-AB73-94B4-9D37-D22D1DBB47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Fu</a:t>
            </a:r>
          </a:p>
        </p:txBody>
      </p:sp>
    </p:spTree>
    <p:extLst>
      <p:ext uri="{BB962C8B-B14F-4D97-AF65-F5344CB8AC3E}">
        <p14:creationId xmlns:p14="http://schemas.microsoft.com/office/powerpoint/2010/main" val="387427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C9C4-3CF9-97BF-EA97-D5ED6F45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channel converted from MAD-X to G4Beamline</a:t>
            </a:r>
          </a:p>
        </p:txBody>
      </p:sp>
      <p:pic>
        <p:nvPicPr>
          <p:cNvPr id="6" name="Content Placeholder 5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DE0FEAF3-1EBE-D49D-627D-334F280AA3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54" y="1690688"/>
            <a:ext cx="5814213" cy="4651370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CDCB10-5E84-BC67-3A5B-C7AA96B0A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10872" y="1825625"/>
            <a:ext cx="4142928" cy="4351338"/>
          </a:xfrm>
        </p:spPr>
        <p:txBody>
          <a:bodyPr/>
          <a:lstStyle/>
          <a:p>
            <a:r>
              <a:rPr lang="en-US" dirty="0"/>
              <a:t>Single repetition of the periodic FODO cell</a:t>
            </a:r>
          </a:p>
          <a:p>
            <a:r>
              <a:rPr lang="en-US" dirty="0"/>
              <a:t>Seems to match MAD-X results fairly closely</a:t>
            </a:r>
          </a:p>
          <a:p>
            <a:r>
              <a:rPr lang="en-US" dirty="0"/>
              <a:t>However, some discrepancies remain</a:t>
            </a:r>
          </a:p>
        </p:txBody>
      </p:sp>
    </p:spTree>
    <p:extLst>
      <p:ext uri="{BB962C8B-B14F-4D97-AF65-F5344CB8AC3E}">
        <p14:creationId xmlns:p14="http://schemas.microsoft.com/office/powerpoint/2010/main" val="345296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519B-67B4-5791-606E-959330E0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of FODO cell in G4Beamline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FF24DF3-712A-F5EE-3235-E2123FEEA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47716"/>
            <a:ext cx="10515600" cy="290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5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F396-1322-337A-F001-78F39A8A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about cell layout</a:t>
            </a:r>
          </a:p>
        </p:txBody>
      </p:sp>
      <p:pic>
        <p:nvPicPr>
          <p:cNvPr id="10" name="Content Placeholder 9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697148F8-7629-6656-8DD8-51A4C8106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52" y="1690688"/>
            <a:ext cx="5439172" cy="4351338"/>
          </a:xfrm>
        </p:spPr>
      </p:pic>
      <p:pic>
        <p:nvPicPr>
          <p:cNvPr id="11" name="Content Placeholder 4" descr="A diagram of a system&#10;&#10;AI-generated content may be incorrect.">
            <a:extLst>
              <a:ext uri="{FF2B5EF4-FFF2-40B4-BE49-F238E27FC236}">
                <a16:creationId xmlns:a16="http://schemas.microsoft.com/office/drawing/2014/main" id="{5B182CC7-F30B-212C-2632-97FB5409E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968" y="2014577"/>
            <a:ext cx="4938080" cy="3703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37D834-E107-3DB6-4B0D-56C58987C1CF}"/>
              </a:ext>
            </a:extLst>
          </p:cNvPr>
          <p:cNvSpPr txBox="1"/>
          <p:nvPr/>
        </p:nvSpPr>
        <p:spPr>
          <a:xfrm>
            <a:off x="7020807" y="6042026"/>
            <a:ext cx="388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what is implemented in MAD-X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A20AD963-C36F-1B70-8014-68045A437706}"/>
              </a:ext>
            </a:extLst>
          </p:cNvPr>
          <p:cNvSpPr/>
          <p:nvPr/>
        </p:nvSpPr>
        <p:spPr>
          <a:xfrm rot="5400000">
            <a:off x="8696947" y="5505855"/>
            <a:ext cx="533911" cy="42456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47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Muon Cooling Project update 2/21/25</vt:lpstr>
      <vt:lpstr>Drift channel converted from MAD-X to G4Beamline</vt:lpstr>
      <vt:lpstr>Image of FODO cell in G4Beamline</vt:lpstr>
      <vt:lpstr>Question about cell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Fu</dc:creator>
  <cp:lastModifiedBy>Daniel Fu</cp:lastModifiedBy>
  <cp:revision>1</cp:revision>
  <dcterms:created xsi:type="dcterms:W3CDTF">2025-02-21T19:26:45Z</dcterms:created>
  <dcterms:modified xsi:type="dcterms:W3CDTF">2025-02-21T20:45:57Z</dcterms:modified>
</cp:coreProperties>
</file>