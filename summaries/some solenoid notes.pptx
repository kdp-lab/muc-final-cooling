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57" r:id="rId4"/>
    <p:sldId id="258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8D918-494A-4B0A-CA38-B4FBC51814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0AADCD-4FA9-0F56-A1C8-5640FBDAC2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D90CF-0CFC-8959-7B2D-674F012A1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689DE-8718-4CD9-AFD5-762F5516E650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05D20-0C02-008C-E3B4-B630C22E7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9D707-AF3C-C699-3FE5-0328C0805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34F34-F989-46F1-9BA4-21C6B70C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015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F07F3-7278-7AB0-B242-8ADCBC978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1304A-F05E-BAF9-35CA-AB5C9C133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5D8A8-7E0C-1A44-ABA1-E288126A3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689DE-8718-4CD9-AFD5-762F5516E650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D81D5-8630-2E5F-EBC1-9945454CE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A0E5A-74E8-41BF-A99D-6CD4934A2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34F34-F989-46F1-9BA4-21C6B70C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974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F4508-D2F6-23DE-A339-6819AF2FA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AAD86-1992-FA6F-9BF5-20077BBA6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285AC-AEEF-870A-AECA-B332C77B3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689DE-8718-4CD9-AFD5-762F5516E650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9F7C0-4A80-98B8-2AFC-5824E1818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11304-867D-8493-9A0D-FB5E07D5D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34F34-F989-46F1-9BA4-21C6B70C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73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A2500-DDD7-80F6-69DA-47D9FB945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7B410-ADEA-B3CC-C298-B1D523C290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63EC0D-AEB6-EC0B-B480-0FB5782362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02B314-A7A0-7420-B1EC-ACF0F2486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689DE-8718-4CD9-AFD5-762F5516E650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383725-C6B5-3297-6AF7-4F1068F2C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B7DAE9-C397-4701-0235-54EA2FA4D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34F34-F989-46F1-9BA4-21C6B70C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421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9109C-BA45-C129-BAC4-5BB51CEC8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F7FB31-594B-4215-919D-E316E81BE8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6A6A0D-D18F-DDEC-5F42-1040FA01A1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363540-E50F-B503-6A0C-A0DA14462A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3173F3-285D-2679-E60E-B37DC19A78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05E6AE-83BE-1053-F4E3-FEE71DC0F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689DE-8718-4CD9-AFD5-762F5516E650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9F6C0C-B2F4-0EF4-D4B6-DB4DD79B5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363251-3623-C7AE-72A9-24C850199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34F34-F989-46F1-9BA4-21C6B70C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55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078F5-2694-8D3C-62CF-51DD11DC9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1F6210-7ACA-9824-52A6-DC14A774B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689DE-8718-4CD9-AFD5-762F5516E650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3DFD5E-FD00-DD06-EE5B-56AC660EA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B62B70-1ED4-29C4-4044-D89190C1E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34F34-F989-46F1-9BA4-21C6B70C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922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11288C-095C-572B-B32D-8C12807E8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689DE-8718-4CD9-AFD5-762F5516E650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39CF23-411E-1B27-4EE5-7D2ABA377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5971E-602F-459B-9B19-6181B6B88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34F34-F989-46F1-9BA4-21C6B70C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468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381F2-F115-1385-3342-25A5BD695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80C45-5496-E543-3E22-4C254EEA0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3F68F2-E6B7-FCD6-27A5-85A46A305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0B4EE-C17E-F2F8-71AB-9BFE2C32C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689DE-8718-4CD9-AFD5-762F5516E650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781CCD-686B-786C-D4C0-0135E2D47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787945-1031-8DA3-8618-B140CE279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34F34-F989-46F1-9BA4-21C6B70C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286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F979C-8816-A5D4-FDBC-89DE4B8E2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B20237-AD6E-8722-AF73-DD5DC8424A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86128C-313B-DDF0-AA4D-FB899CE216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1035F6-E721-7B16-7013-789D0E758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689DE-8718-4CD9-AFD5-762F5516E650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FF5F9-A625-A1C4-B12E-40F5B83E6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82E1F8-5DEA-6311-9722-558E4C916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34F34-F989-46F1-9BA4-21C6B70C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980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0E436-9615-F43E-CF62-484A610FC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B3EF46-EAC9-C0E9-1C6F-778736FF8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B2BC9-FF30-898D-22AC-1EDF6C14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689DE-8718-4CD9-AFD5-762F5516E650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43073-B5A5-522E-9A5F-E133B3F5E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9BF4B-456E-226F-3313-893BA3BA2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34F34-F989-46F1-9BA4-21C6B70C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607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F22077-9AA8-9C42-B35F-09B70F08B2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233122-883B-A5EC-E413-4143A75B04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1D269F-77C4-605D-BC60-C63225B0D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689DE-8718-4CD9-AFD5-762F5516E650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F99E1-023B-DB41-65EB-173467998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15E32-A407-62A0-5D2C-E41D7E6D8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34F34-F989-46F1-9BA4-21C6B70C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772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312503-4AEF-CEE9-72D3-122C8CC4F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A649E-E7AC-62B0-95D6-F14161D411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593CA-AA52-B7C1-E4DB-0FC6326184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3689DE-8718-4CD9-AFD5-762F5516E650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A8AD5-7C51-8274-D504-74C028F292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7199C-3073-B1DB-5EDB-50C4876B47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134F34-F989-46F1-9BA4-21C6B70C1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96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4C5AA-9F36-4368-0975-D9F8B812D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Calculation of focal point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BC98B9-0D27-8D59-E5E7-6542D9731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092" y="1690688"/>
            <a:ext cx="6407479" cy="17463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6EA0F8-A689-AB8A-4739-7E8A612B8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784" y="2268059"/>
            <a:ext cx="5119338" cy="43751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EE4499-6D3F-AAB5-0D70-03E84927E3A1}"/>
              </a:ext>
            </a:extLst>
          </p:cNvPr>
          <p:cNvSpPr txBox="1"/>
          <p:nvPr/>
        </p:nvSpPr>
        <p:spPr>
          <a:xfrm>
            <a:off x="2802172" y="3698542"/>
            <a:ext cx="247112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With </a:t>
            </a:r>
            <a:r>
              <a:rPr lang="en-US" dirty="0" err="1"/>
              <a:t>pz</a:t>
            </a:r>
            <a:r>
              <a:rPr lang="en-US" dirty="0"/>
              <a:t> = 100 MeV</a:t>
            </a:r>
          </a:p>
          <a:p>
            <a:r>
              <a:rPr lang="en-US" dirty="0"/>
              <a:t>T = 175 mm</a:t>
            </a:r>
          </a:p>
          <a:p>
            <a:r>
              <a:rPr lang="el-GR" dirty="0"/>
              <a:t>σ</a:t>
            </a:r>
            <a:r>
              <a:rPr lang="en-US" dirty="0"/>
              <a:t> = 90 A/mm</a:t>
            </a:r>
          </a:p>
          <a:p>
            <a:endParaRPr lang="en-US" dirty="0"/>
          </a:p>
          <a:p>
            <a:r>
              <a:rPr lang="en-US" dirty="0"/>
              <a:t>We get z = 105.893 mm</a:t>
            </a:r>
          </a:p>
        </p:txBody>
      </p:sp>
    </p:spTree>
    <p:extLst>
      <p:ext uri="{BB962C8B-B14F-4D97-AF65-F5344CB8AC3E}">
        <p14:creationId xmlns:p14="http://schemas.microsoft.com/office/powerpoint/2010/main" val="1162041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5CC3A-4A43-6AEB-4054-B7D025871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length=z solenoid</a:t>
            </a:r>
          </a:p>
        </p:txBody>
      </p:sp>
      <p:pic>
        <p:nvPicPr>
          <p:cNvPr id="4" name="Picture 3" descr="A graph of a graph of a number of different sizes&#10;&#10;AI-generated content may be incorrect.">
            <a:extLst>
              <a:ext uri="{FF2B5EF4-FFF2-40B4-BE49-F238E27FC236}">
                <a16:creationId xmlns:a16="http://schemas.microsoft.com/office/drawing/2014/main" id="{4651E8A1-7730-96A9-F225-5F4A20F568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6073" y="1307689"/>
            <a:ext cx="6618338" cy="52946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77683F-B039-71A3-08AC-D6C0DC140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606" y="3185652"/>
            <a:ext cx="4204612" cy="3179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758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AEDDE-047F-AB4D-6E2E-D88C05371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length=2z solenoid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DE92E7-2563-B71F-D165-4E09AE4B0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7" y="2291124"/>
            <a:ext cx="5766096" cy="38292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0B8F5A-CA3D-EB3F-0B1B-2E7DF4680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6236" y="2091088"/>
            <a:ext cx="3435527" cy="422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574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65F09-2F17-CD29-D850-559D2A0EB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87E81-6B47-3C8C-4B69-63719FA36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length=2z solenoid</a:t>
            </a:r>
          </a:p>
        </p:txBody>
      </p:sp>
      <p:pic>
        <p:nvPicPr>
          <p:cNvPr id="8" name="Picture 7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34AEC731-C071-F4F2-4324-728957894E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4343" y="1391478"/>
            <a:ext cx="6525832" cy="52206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D6CEDB-F2B1-1AC8-F07D-2D12458AC798}"/>
              </a:ext>
            </a:extLst>
          </p:cNvPr>
          <p:cNvSpPr txBox="1"/>
          <p:nvPr/>
        </p:nvSpPr>
        <p:spPr>
          <a:xfrm>
            <a:off x="838200" y="2170705"/>
            <a:ext cx="286246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Why does beta decrease before the beam enters the solenoid?</a:t>
            </a:r>
          </a:p>
          <a:p>
            <a:endParaRPr lang="en-US" dirty="0"/>
          </a:p>
          <a:p>
            <a:r>
              <a:rPr lang="en-US" dirty="0"/>
              <a:t>Why is there a sharp dip in beta right before the </a:t>
            </a:r>
            <a:r>
              <a:rPr lang="en-US" dirty="0" err="1"/>
              <a:t>centerpoint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02780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0B090-C880-22B8-2014-4460D7970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Both on same graph</a:t>
            </a:r>
          </a:p>
        </p:txBody>
      </p:sp>
      <p:pic>
        <p:nvPicPr>
          <p:cNvPr id="6" name="Picture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BA62DD1F-A7C2-1957-2C22-2B3DE38E39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5784" y="1465435"/>
            <a:ext cx="7735527" cy="51570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58D5C9-0705-00FE-8EDE-5DDC3CC31150}"/>
              </a:ext>
            </a:extLst>
          </p:cNvPr>
          <p:cNvSpPr txBox="1"/>
          <p:nvPr/>
        </p:nvSpPr>
        <p:spPr>
          <a:xfrm>
            <a:off x="540689" y="2313829"/>
            <a:ext cx="35065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L=2z case reaches a minimum in beta earlier than the L=z case. Why is that?</a:t>
            </a:r>
          </a:p>
        </p:txBody>
      </p:sp>
    </p:spTree>
    <p:extLst>
      <p:ext uri="{BB962C8B-B14F-4D97-AF65-F5344CB8AC3E}">
        <p14:creationId xmlns:p14="http://schemas.microsoft.com/office/powerpoint/2010/main" val="2782733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87</Words>
  <Application>Microsoft Office PowerPoint</Application>
  <PresentationFormat>Widescreen</PresentationFormat>
  <Paragraphs>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Calculation of focal point</vt:lpstr>
      <vt:lpstr>length=z solenoid</vt:lpstr>
      <vt:lpstr>length=2z solenoid</vt:lpstr>
      <vt:lpstr>length=2z solenoid</vt:lpstr>
      <vt:lpstr>Both on same graph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Fu</dc:creator>
  <cp:lastModifiedBy>Daniel Fu</cp:lastModifiedBy>
  <cp:revision>1</cp:revision>
  <dcterms:created xsi:type="dcterms:W3CDTF">2025-04-18T16:03:27Z</dcterms:created>
  <dcterms:modified xsi:type="dcterms:W3CDTF">2025-04-18T20:37:34Z</dcterms:modified>
</cp:coreProperties>
</file>